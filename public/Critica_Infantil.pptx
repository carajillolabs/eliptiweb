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</p:sldIdLst>
  <p:sldSz cx="9906000" cy="6858000" type="A4"/>
  <p:notesSz cx="6889750" cy="1002188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A700"/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2F0-9BC7-4378-836D-4D1A82935BF5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050D-0084-4F8C-9D9A-671F881BCF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031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2F0-9BC7-4378-836D-4D1A82935BF5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050D-0084-4F8C-9D9A-671F881BCF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459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2F0-9BC7-4378-836D-4D1A82935BF5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050D-0084-4F8C-9D9A-671F881BCF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548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2F0-9BC7-4378-836D-4D1A82935BF5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050D-0084-4F8C-9D9A-671F881BCF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576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2F0-9BC7-4378-836D-4D1A82935BF5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050D-0084-4F8C-9D9A-671F881BCF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303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2F0-9BC7-4378-836D-4D1A82935BF5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050D-0084-4F8C-9D9A-671F881BCF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7944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2F0-9BC7-4378-836D-4D1A82935BF5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050D-0084-4F8C-9D9A-671F881BCF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0129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2F0-9BC7-4378-836D-4D1A82935BF5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050D-0084-4F8C-9D9A-671F881BCF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6967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2F0-9BC7-4378-836D-4D1A82935BF5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050D-0084-4F8C-9D9A-671F881BCF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5774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2F0-9BC7-4378-836D-4D1A82935BF5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050D-0084-4F8C-9D9A-671F881BCF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720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2F0-9BC7-4378-836D-4D1A82935BF5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050D-0084-4F8C-9D9A-671F881BCF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7421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A92F0-9BC7-4378-836D-4D1A82935BF5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8050D-0084-4F8C-9D9A-671F881BCF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496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>
            <a:spLocks noChangeAspect="1"/>
          </p:cNvSpPr>
          <p:nvPr/>
        </p:nvSpPr>
        <p:spPr>
          <a:xfrm>
            <a:off x="894744" y="747000"/>
            <a:ext cx="7891920" cy="5203080"/>
          </a:xfrm>
          <a:prstGeom prst="ellipse">
            <a:avLst/>
          </a:prstGeom>
          <a:solidFill>
            <a:srgbClr val="C8A700"/>
          </a:solidFill>
          <a:ln>
            <a:solidFill>
              <a:srgbClr val="C8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810125" y="1749093"/>
            <a:ext cx="80611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a-ES" sz="4800" dirty="0"/>
              <a:t>Espai si penses fer-nos mal</a:t>
            </a:r>
            <a:endParaRPr lang="es-ES" sz="4800" dirty="0"/>
          </a:p>
          <a:p>
            <a:pPr algn="ctr"/>
            <a:r>
              <a:rPr lang="ca-ES" sz="4800" dirty="0"/>
              <a:t>o un banderí furtar,</a:t>
            </a:r>
            <a:endParaRPr lang="es-ES" sz="4800" dirty="0"/>
          </a:p>
          <a:p>
            <a:pPr algn="ctr"/>
            <a:r>
              <a:rPr lang="ca-ES" sz="4800" dirty="0"/>
              <a:t>que tenim en nostre casal</a:t>
            </a:r>
            <a:endParaRPr lang="es-ES" sz="4800" dirty="0"/>
          </a:p>
          <a:p>
            <a:pPr algn="ctr"/>
            <a:r>
              <a:rPr lang="ca-ES" sz="4800" dirty="0"/>
              <a:t>del vudú la bruixa més gran.</a:t>
            </a:r>
            <a:endParaRPr lang="es-ES" sz="4800" dirty="0"/>
          </a:p>
        </p:txBody>
      </p:sp>
    </p:spTree>
    <p:extLst>
      <p:ext uri="{BB962C8B-B14F-4D97-AF65-F5344CB8AC3E}">
        <p14:creationId xmlns:p14="http://schemas.microsoft.com/office/powerpoint/2010/main" val="228438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>
            <a:spLocks noChangeAspect="1"/>
          </p:cNvSpPr>
          <p:nvPr/>
        </p:nvSpPr>
        <p:spPr>
          <a:xfrm>
            <a:off x="1007040" y="747000"/>
            <a:ext cx="7891920" cy="5203080"/>
          </a:xfrm>
          <a:prstGeom prst="ellipse">
            <a:avLst/>
          </a:prstGeom>
          <a:solidFill>
            <a:srgbClr val="C8A700"/>
          </a:solidFill>
          <a:ln>
            <a:solidFill>
              <a:srgbClr val="C8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922421" y="1763491"/>
            <a:ext cx="8061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0" dirty="0"/>
              <a:t>Eixa mà vol clavar-nos,</a:t>
            </a:r>
          </a:p>
          <a:p>
            <a:pPr algn="ctr"/>
            <a:r>
              <a:rPr lang="es-ES" sz="5000" dirty="0"/>
              <a:t>dins d'un gran forat.</a:t>
            </a:r>
          </a:p>
          <a:p>
            <a:pPr algn="ctr"/>
            <a:r>
              <a:rPr lang="es-ES" sz="5000" dirty="0"/>
              <a:t>A Segona ens espenta,</a:t>
            </a:r>
          </a:p>
          <a:p>
            <a:pPr algn="ctr"/>
            <a:r>
              <a:rPr lang="es-ES" sz="5000" dirty="0"/>
              <a:t>¡quin zombi més malvat!</a:t>
            </a:r>
          </a:p>
        </p:txBody>
      </p:sp>
    </p:spTree>
    <p:extLst>
      <p:ext uri="{BB962C8B-B14F-4D97-AF65-F5344CB8AC3E}">
        <p14:creationId xmlns:p14="http://schemas.microsoft.com/office/powerpoint/2010/main" val="2800156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>
            <a:spLocks noChangeAspect="1"/>
          </p:cNvSpPr>
          <p:nvPr/>
        </p:nvSpPr>
        <p:spPr>
          <a:xfrm>
            <a:off x="988329" y="747000"/>
            <a:ext cx="7891920" cy="5203080"/>
          </a:xfrm>
          <a:prstGeom prst="ellipse">
            <a:avLst/>
          </a:prstGeom>
          <a:solidFill>
            <a:srgbClr val="C8A700"/>
          </a:solidFill>
          <a:ln>
            <a:solidFill>
              <a:srgbClr val="C8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903710" y="1763491"/>
            <a:ext cx="8061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0" dirty="0"/>
              <a:t>Maga, fes el teu conjur</a:t>
            </a:r>
          </a:p>
          <a:p>
            <a:pPr algn="ctr"/>
            <a:r>
              <a:rPr lang="es-ES" sz="5000" dirty="0" err="1"/>
              <a:t>amb</a:t>
            </a:r>
            <a:r>
              <a:rPr lang="es-ES" sz="5000" dirty="0"/>
              <a:t> l'ajuda dels ouets,</a:t>
            </a:r>
          </a:p>
          <a:p>
            <a:pPr algn="ctr"/>
            <a:r>
              <a:rPr lang="es-ES" sz="5000" dirty="0"/>
              <a:t>que si plou en estes Falles...</a:t>
            </a:r>
          </a:p>
          <a:p>
            <a:pPr algn="ctr"/>
            <a:r>
              <a:rPr lang="es-ES" sz="5000" dirty="0"/>
              <a:t>¡es banyaran els ninotets!</a:t>
            </a:r>
          </a:p>
        </p:txBody>
      </p:sp>
    </p:spTree>
    <p:extLst>
      <p:ext uri="{BB962C8B-B14F-4D97-AF65-F5344CB8AC3E}">
        <p14:creationId xmlns:p14="http://schemas.microsoft.com/office/powerpoint/2010/main" val="297903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>
            <a:spLocks noChangeAspect="1"/>
          </p:cNvSpPr>
          <p:nvPr/>
        </p:nvSpPr>
        <p:spPr>
          <a:xfrm>
            <a:off x="988329" y="747000"/>
            <a:ext cx="7891920" cy="5203080"/>
          </a:xfrm>
          <a:prstGeom prst="ellipse">
            <a:avLst/>
          </a:prstGeom>
          <a:solidFill>
            <a:srgbClr val="C8A700"/>
          </a:solidFill>
          <a:ln>
            <a:solidFill>
              <a:srgbClr val="C8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903710" y="1763491"/>
            <a:ext cx="8061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0" dirty="0"/>
              <a:t>Mil '</a:t>
            </a:r>
            <a:r>
              <a:rPr lang="es-ES" sz="5000" dirty="0" err="1"/>
              <a:t>likes</a:t>
            </a:r>
            <a:r>
              <a:rPr lang="es-ES" sz="5000" dirty="0"/>
              <a:t>' vull tindre,</a:t>
            </a:r>
          </a:p>
          <a:p>
            <a:pPr algn="ctr"/>
            <a:r>
              <a:rPr lang="es-ES" sz="5000" dirty="0"/>
              <a:t>fent este ritual,</a:t>
            </a:r>
          </a:p>
          <a:p>
            <a:pPr algn="ctr"/>
            <a:r>
              <a:rPr lang="es-ES" sz="5000" dirty="0"/>
              <a:t>a TikTok vull viure</a:t>
            </a:r>
          </a:p>
          <a:p>
            <a:pPr algn="ctr"/>
            <a:r>
              <a:rPr lang="es-ES" sz="5000" dirty="0"/>
              <a:t>i ser el més genial.</a:t>
            </a:r>
          </a:p>
        </p:txBody>
      </p:sp>
    </p:spTree>
    <p:extLst>
      <p:ext uri="{BB962C8B-B14F-4D97-AF65-F5344CB8AC3E}">
        <p14:creationId xmlns:p14="http://schemas.microsoft.com/office/powerpoint/2010/main" val="3345291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>
            <a:spLocks noChangeAspect="1"/>
          </p:cNvSpPr>
          <p:nvPr/>
        </p:nvSpPr>
        <p:spPr>
          <a:xfrm>
            <a:off x="988329" y="747000"/>
            <a:ext cx="7891920" cy="5203080"/>
          </a:xfrm>
          <a:prstGeom prst="ellipse">
            <a:avLst/>
          </a:prstGeom>
          <a:solidFill>
            <a:srgbClr val="C8A700"/>
          </a:solidFill>
          <a:ln>
            <a:solidFill>
              <a:srgbClr val="C8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903710" y="1490777"/>
            <a:ext cx="8061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0" dirty="0"/>
              <a:t>Molt de Xat GPT</a:t>
            </a:r>
          </a:p>
          <a:p>
            <a:pPr algn="ctr"/>
            <a:r>
              <a:rPr lang="es-ES" sz="5000" dirty="0"/>
              <a:t>i poca llibreta,</a:t>
            </a:r>
          </a:p>
          <a:p>
            <a:pPr algn="ctr"/>
            <a:r>
              <a:rPr lang="es-ES" sz="5000" dirty="0"/>
              <a:t>com el xiquet no estudie</a:t>
            </a:r>
          </a:p>
          <a:p>
            <a:pPr algn="ctr"/>
            <a:r>
              <a:rPr lang="es-ES" sz="5000" dirty="0"/>
              <a:t>traurà una nota ben llegeta!</a:t>
            </a:r>
          </a:p>
        </p:txBody>
      </p:sp>
    </p:spTree>
    <p:extLst>
      <p:ext uri="{BB962C8B-B14F-4D97-AF65-F5344CB8AC3E}">
        <p14:creationId xmlns:p14="http://schemas.microsoft.com/office/powerpoint/2010/main" val="285085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>
            <a:spLocks noChangeAspect="1"/>
          </p:cNvSpPr>
          <p:nvPr/>
        </p:nvSpPr>
        <p:spPr>
          <a:xfrm>
            <a:off x="988329" y="747000"/>
            <a:ext cx="7891920" cy="5203080"/>
          </a:xfrm>
          <a:prstGeom prst="ellipse">
            <a:avLst/>
          </a:prstGeom>
          <a:solidFill>
            <a:srgbClr val="C8A700"/>
          </a:solidFill>
          <a:ln>
            <a:solidFill>
              <a:srgbClr val="C8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903710" y="1763491"/>
            <a:ext cx="8061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0" dirty="0" smtClean="0"/>
              <a:t>La </a:t>
            </a:r>
            <a:r>
              <a:rPr lang="es-ES" sz="5000" dirty="0"/>
              <a:t>mort és l'últim ritual,</a:t>
            </a:r>
          </a:p>
          <a:p>
            <a:pPr algn="ctr"/>
            <a:r>
              <a:rPr lang="es-ES" sz="5000" dirty="0"/>
              <a:t>la cremà el nostre destí,</a:t>
            </a:r>
          </a:p>
          <a:p>
            <a:pPr algn="ctr"/>
            <a:r>
              <a:rPr lang="es-ES" sz="5000" dirty="0"/>
              <a:t>entre cendres queda escrit,</a:t>
            </a:r>
          </a:p>
          <a:p>
            <a:pPr algn="ctr"/>
            <a:r>
              <a:rPr lang="es-ES" sz="5000" dirty="0"/>
              <a:t>que tot té el seu camí</a:t>
            </a:r>
            <a:r>
              <a:rPr lang="es-ES" sz="5000" dirty="0" smtClean="0"/>
              <a:t>.</a:t>
            </a:r>
            <a:endParaRPr lang="es-ES" sz="5000" dirty="0"/>
          </a:p>
        </p:txBody>
      </p:sp>
    </p:spTree>
    <p:extLst>
      <p:ext uri="{BB962C8B-B14F-4D97-AF65-F5344CB8AC3E}">
        <p14:creationId xmlns:p14="http://schemas.microsoft.com/office/powerpoint/2010/main" val="2054031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>
            <a:spLocks noChangeAspect="1"/>
          </p:cNvSpPr>
          <p:nvPr/>
        </p:nvSpPr>
        <p:spPr>
          <a:xfrm>
            <a:off x="988329" y="747000"/>
            <a:ext cx="7891920" cy="5203080"/>
          </a:xfrm>
          <a:prstGeom prst="ellipse">
            <a:avLst/>
          </a:prstGeom>
          <a:solidFill>
            <a:srgbClr val="C8A700"/>
          </a:solidFill>
          <a:ln>
            <a:solidFill>
              <a:srgbClr val="C8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903710" y="1763491"/>
            <a:ext cx="8061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0" dirty="0"/>
              <a:t>Tira la moneda,</a:t>
            </a:r>
          </a:p>
          <a:p>
            <a:pPr algn="ctr"/>
            <a:r>
              <a:rPr lang="es-ES" sz="5000" dirty="0"/>
              <a:t>que el ritual és clar:</a:t>
            </a:r>
          </a:p>
          <a:p>
            <a:pPr algn="ctr"/>
            <a:r>
              <a:rPr lang="es-ES" sz="5000" dirty="0"/>
              <a:t>la font arreplega</a:t>
            </a:r>
          </a:p>
          <a:p>
            <a:pPr algn="ctr"/>
            <a:r>
              <a:rPr lang="es-ES" sz="5000" dirty="0"/>
              <a:t>i tu a </a:t>
            </a:r>
            <a:r>
              <a:rPr lang="es-ES" sz="5000" dirty="0" smtClean="0"/>
              <a:t>treballar.</a:t>
            </a:r>
            <a:endParaRPr lang="es-ES" sz="5000" dirty="0"/>
          </a:p>
        </p:txBody>
      </p:sp>
    </p:spTree>
    <p:extLst>
      <p:ext uri="{BB962C8B-B14F-4D97-AF65-F5344CB8AC3E}">
        <p14:creationId xmlns:p14="http://schemas.microsoft.com/office/powerpoint/2010/main" val="4118527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>
            <a:spLocks noChangeAspect="1"/>
          </p:cNvSpPr>
          <p:nvPr/>
        </p:nvSpPr>
        <p:spPr>
          <a:xfrm>
            <a:off x="988329" y="747000"/>
            <a:ext cx="7891920" cy="5203080"/>
          </a:xfrm>
          <a:prstGeom prst="ellipse">
            <a:avLst/>
          </a:prstGeom>
          <a:solidFill>
            <a:srgbClr val="C8A700"/>
          </a:solidFill>
          <a:ln>
            <a:solidFill>
              <a:srgbClr val="C8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903710" y="1763491"/>
            <a:ext cx="8061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0" dirty="0"/>
              <a:t>Un trèvol he trobat,</a:t>
            </a:r>
          </a:p>
          <a:p>
            <a:pPr algn="ctr"/>
            <a:r>
              <a:rPr lang="es-ES" sz="5000" dirty="0"/>
              <a:t>i la sort m'ha donat.</a:t>
            </a:r>
          </a:p>
          <a:p>
            <a:pPr algn="ctr"/>
            <a:r>
              <a:rPr lang="es-ES" sz="5000" dirty="0"/>
              <a:t>Quatre fulles de color,</a:t>
            </a:r>
          </a:p>
          <a:p>
            <a:pPr algn="ctr"/>
            <a:r>
              <a:rPr lang="es-ES" sz="5000" dirty="0"/>
              <a:t>per a ser el </a:t>
            </a:r>
            <a:r>
              <a:rPr lang="es-ES" sz="5000" dirty="0" err="1"/>
              <a:t>millor</a:t>
            </a:r>
            <a:r>
              <a:rPr lang="es-ES" sz="5000" dirty="0" smtClean="0"/>
              <a:t>!</a:t>
            </a:r>
            <a:endParaRPr lang="es-ES" sz="5000" dirty="0"/>
          </a:p>
        </p:txBody>
      </p:sp>
    </p:spTree>
    <p:extLst>
      <p:ext uri="{BB962C8B-B14F-4D97-AF65-F5344CB8AC3E}">
        <p14:creationId xmlns:p14="http://schemas.microsoft.com/office/powerpoint/2010/main" val="1109153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>
            <a:spLocks noChangeAspect="1"/>
          </p:cNvSpPr>
          <p:nvPr/>
        </p:nvSpPr>
        <p:spPr>
          <a:xfrm>
            <a:off x="988329" y="747000"/>
            <a:ext cx="7891920" cy="5203080"/>
          </a:xfrm>
          <a:prstGeom prst="ellipse">
            <a:avLst/>
          </a:prstGeom>
          <a:solidFill>
            <a:srgbClr val="C8A700"/>
          </a:solidFill>
          <a:ln>
            <a:solidFill>
              <a:srgbClr val="C8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903710" y="1763491"/>
            <a:ext cx="8061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0" dirty="0"/>
              <a:t>Tinc una moneda, </a:t>
            </a:r>
            <a:endParaRPr lang="es-ES" sz="5000" dirty="0" smtClean="0"/>
          </a:p>
          <a:p>
            <a:pPr algn="ctr"/>
            <a:r>
              <a:rPr lang="es-ES" sz="5000" dirty="0" smtClean="0"/>
              <a:t>que </a:t>
            </a:r>
            <a:r>
              <a:rPr lang="es-ES" sz="5000" dirty="0"/>
              <a:t>la por se'n </a:t>
            </a:r>
            <a:r>
              <a:rPr lang="es-ES" sz="5000" dirty="0" smtClean="0"/>
              <a:t>vaja.</a:t>
            </a:r>
          </a:p>
          <a:p>
            <a:pPr algn="ctr"/>
            <a:r>
              <a:rPr lang="es-ES" sz="5000" dirty="0" smtClean="0"/>
              <a:t>Butxaca plena,</a:t>
            </a:r>
          </a:p>
          <a:p>
            <a:pPr algn="ctr"/>
            <a:r>
              <a:rPr lang="es-ES" sz="5000" dirty="0" smtClean="0"/>
              <a:t>fora </a:t>
            </a:r>
            <a:r>
              <a:rPr lang="es-ES" sz="5000" dirty="0"/>
              <a:t>la pena! </a:t>
            </a:r>
          </a:p>
        </p:txBody>
      </p:sp>
    </p:spTree>
    <p:extLst>
      <p:ext uri="{BB962C8B-B14F-4D97-AF65-F5344CB8AC3E}">
        <p14:creationId xmlns:p14="http://schemas.microsoft.com/office/powerpoint/2010/main" val="773413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>
            <a:spLocks noChangeAspect="1"/>
          </p:cNvSpPr>
          <p:nvPr/>
        </p:nvSpPr>
        <p:spPr>
          <a:xfrm>
            <a:off x="988329" y="747000"/>
            <a:ext cx="7891920" cy="5203080"/>
          </a:xfrm>
          <a:prstGeom prst="ellipse">
            <a:avLst/>
          </a:prstGeom>
          <a:solidFill>
            <a:srgbClr val="C8A700"/>
          </a:solidFill>
          <a:ln>
            <a:solidFill>
              <a:srgbClr val="C8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903710" y="1763491"/>
            <a:ext cx="8061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0" dirty="0"/>
              <a:t>Tinc una flor, </a:t>
            </a:r>
            <a:endParaRPr lang="es-ES" sz="5000" dirty="0" smtClean="0"/>
          </a:p>
          <a:p>
            <a:pPr algn="ctr"/>
            <a:r>
              <a:rPr lang="es-ES" sz="5000" dirty="0" smtClean="0"/>
              <a:t>dins </a:t>
            </a:r>
            <a:r>
              <a:rPr lang="es-ES" sz="5000" dirty="0"/>
              <a:t>del meu cor. </a:t>
            </a:r>
            <a:endParaRPr lang="es-ES" sz="5000" dirty="0" smtClean="0"/>
          </a:p>
          <a:p>
            <a:pPr algn="ctr"/>
            <a:r>
              <a:rPr lang="es-ES" sz="5000" dirty="0" smtClean="0"/>
              <a:t>Amb </a:t>
            </a:r>
            <a:r>
              <a:rPr lang="es-ES" sz="5000" dirty="0"/>
              <a:t>la teua màgia</a:t>
            </a:r>
            <a:r>
              <a:rPr lang="es-ES" sz="5000" dirty="0" smtClean="0"/>
              <a:t>,</a:t>
            </a:r>
          </a:p>
          <a:p>
            <a:pPr algn="ctr"/>
            <a:r>
              <a:rPr lang="es-ES" sz="5000" dirty="0" smtClean="0"/>
              <a:t> </a:t>
            </a:r>
            <a:r>
              <a:rPr lang="es-ES" sz="5000" dirty="0"/>
              <a:t>troba el meu amor. </a:t>
            </a:r>
          </a:p>
        </p:txBody>
      </p:sp>
    </p:spTree>
    <p:extLst>
      <p:ext uri="{BB962C8B-B14F-4D97-AF65-F5344CB8AC3E}">
        <p14:creationId xmlns:p14="http://schemas.microsoft.com/office/powerpoint/2010/main" val="2456494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>
            <a:spLocks noChangeAspect="1"/>
          </p:cNvSpPr>
          <p:nvPr/>
        </p:nvSpPr>
        <p:spPr>
          <a:xfrm>
            <a:off x="988329" y="747000"/>
            <a:ext cx="7891920" cy="5203080"/>
          </a:xfrm>
          <a:prstGeom prst="ellipse">
            <a:avLst/>
          </a:prstGeom>
          <a:solidFill>
            <a:srgbClr val="C8A700"/>
          </a:solidFill>
          <a:ln>
            <a:solidFill>
              <a:srgbClr val="C8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903710" y="1763491"/>
            <a:ext cx="8061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0" dirty="0"/>
              <a:t>Gat negre al </a:t>
            </a:r>
            <a:r>
              <a:rPr lang="es-ES" sz="5000" dirty="0" smtClean="0"/>
              <a:t>costat,</a:t>
            </a:r>
          </a:p>
          <a:p>
            <a:pPr algn="ctr"/>
            <a:r>
              <a:rPr lang="es-ES" sz="5000" dirty="0" smtClean="0"/>
              <a:t>granota </a:t>
            </a:r>
            <a:r>
              <a:rPr lang="es-ES" sz="5000" dirty="0"/>
              <a:t>al </a:t>
            </a:r>
            <a:r>
              <a:rPr lang="es-ES" sz="5000" dirty="0" smtClean="0"/>
              <a:t>costat.</a:t>
            </a:r>
          </a:p>
          <a:p>
            <a:pPr algn="ctr"/>
            <a:r>
              <a:rPr lang="es-ES" sz="5000" dirty="0" smtClean="0"/>
              <a:t>Amb </a:t>
            </a:r>
            <a:r>
              <a:rPr lang="es-ES" sz="5000" dirty="0"/>
              <a:t>el foc de la </a:t>
            </a:r>
            <a:r>
              <a:rPr lang="es-ES" sz="5000" dirty="0" smtClean="0"/>
              <a:t>falla,</a:t>
            </a:r>
          </a:p>
          <a:p>
            <a:pPr algn="ctr"/>
            <a:r>
              <a:rPr lang="es-ES" sz="5000" dirty="0" smtClean="0"/>
              <a:t>tot </a:t>
            </a:r>
            <a:r>
              <a:rPr lang="es-ES" sz="5000" dirty="0"/>
              <a:t>el món encantat! </a:t>
            </a:r>
          </a:p>
        </p:txBody>
      </p:sp>
    </p:spTree>
    <p:extLst>
      <p:ext uri="{BB962C8B-B14F-4D97-AF65-F5344CB8AC3E}">
        <p14:creationId xmlns:p14="http://schemas.microsoft.com/office/powerpoint/2010/main" val="4118929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>
            <a:spLocks noChangeAspect="1"/>
          </p:cNvSpPr>
          <p:nvPr/>
        </p:nvSpPr>
        <p:spPr>
          <a:xfrm>
            <a:off x="988329" y="747000"/>
            <a:ext cx="7891920" cy="5203080"/>
          </a:xfrm>
          <a:prstGeom prst="ellipse">
            <a:avLst/>
          </a:prstGeom>
          <a:solidFill>
            <a:srgbClr val="C8A700"/>
          </a:solidFill>
          <a:ln>
            <a:solidFill>
              <a:srgbClr val="C8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903710" y="1763491"/>
            <a:ext cx="8061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0" dirty="0"/>
              <a:t>Bruixeta, </a:t>
            </a:r>
            <a:r>
              <a:rPr lang="es-ES" sz="5000" dirty="0" smtClean="0"/>
              <a:t>bruixeta,</a:t>
            </a:r>
          </a:p>
          <a:p>
            <a:pPr algn="ctr"/>
            <a:r>
              <a:rPr lang="es-ES" sz="5000" dirty="0" smtClean="0"/>
              <a:t>remena </a:t>
            </a:r>
            <a:r>
              <a:rPr lang="es-ES" sz="5000" dirty="0"/>
              <a:t>el </a:t>
            </a:r>
            <a:r>
              <a:rPr lang="es-ES" sz="5000" dirty="0" smtClean="0"/>
              <a:t>calder.</a:t>
            </a:r>
          </a:p>
          <a:p>
            <a:pPr algn="ctr"/>
            <a:r>
              <a:rPr lang="es-ES" sz="5000" dirty="0" smtClean="0"/>
              <a:t>Amb </a:t>
            </a:r>
            <a:r>
              <a:rPr lang="es-ES" sz="5000" dirty="0"/>
              <a:t>el foc i la </a:t>
            </a:r>
            <a:r>
              <a:rPr lang="es-ES" sz="5000" dirty="0" smtClean="0"/>
              <a:t>màgia,</a:t>
            </a:r>
          </a:p>
          <a:p>
            <a:pPr algn="ctr"/>
            <a:r>
              <a:rPr lang="es-ES" sz="5000" dirty="0" smtClean="0"/>
              <a:t>tot </a:t>
            </a:r>
            <a:r>
              <a:rPr lang="es-ES" sz="5000" dirty="0"/>
              <a:t>anirà bé</a:t>
            </a:r>
            <a:r>
              <a:rPr lang="es-ES" sz="5000" dirty="0" smtClean="0"/>
              <a:t>! </a:t>
            </a:r>
            <a:endParaRPr lang="es-ES" sz="5000" dirty="0"/>
          </a:p>
        </p:txBody>
      </p:sp>
    </p:spTree>
    <p:extLst>
      <p:ext uri="{BB962C8B-B14F-4D97-AF65-F5344CB8AC3E}">
        <p14:creationId xmlns:p14="http://schemas.microsoft.com/office/powerpoint/2010/main" val="27858514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3530</TotalTime>
  <Words>247</Words>
  <Application>Microsoft Office PowerPoint</Application>
  <PresentationFormat>A4 (210 x 297 mm)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Raul</dc:creator>
  <cp:lastModifiedBy>Raul</cp:lastModifiedBy>
  <cp:revision>21</cp:revision>
  <cp:lastPrinted>2026-03-01T11:15:42Z</cp:lastPrinted>
  <dcterms:created xsi:type="dcterms:W3CDTF">2026-01-31T12:52:00Z</dcterms:created>
  <dcterms:modified xsi:type="dcterms:W3CDTF">2026-03-01T13:04:01Z</dcterms:modified>
</cp:coreProperties>
</file>